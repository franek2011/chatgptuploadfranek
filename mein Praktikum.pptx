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598" autoAdjust="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16779-5CC0-47F5-8293-3729890E2631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9B1F5-9E92-46F0-955A-A391D505B6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475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9B1F5-9E92-46F0-955A-A391D505B64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3847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135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024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804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162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105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9999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287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965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139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183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91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5187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899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0775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5902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2525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909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18424EF-EB46-47F3-ACA5-98DB71988E9E}" type="datetimeFigureOut">
              <a:rPr lang="de-DE" smtClean="0"/>
              <a:t>01.12.2025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BBE89-35B6-400D-A67B-32A39ABEA22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0802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AF3BBE-1DD2-0BD4-E0C3-7DC536431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Mein Praktikum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003EBD-A9E6-F15F-732A-340E47DCEB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Franek P.</a:t>
            </a:r>
            <a:br>
              <a:rPr lang="de-DE" dirty="0"/>
            </a:br>
            <a:r>
              <a:rPr lang="de-DE" dirty="0"/>
              <a:t>24.11.2025</a:t>
            </a:r>
          </a:p>
        </p:txBody>
      </p:sp>
    </p:spTree>
    <p:extLst>
      <p:ext uri="{BB962C8B-B14F-4D97-AF65-F5344CB8AC3E}">
        <p14:creationId xmlns:p14="http://schemas.microsoft.com/office/powerpoint/2010/main" val="176229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A9C5F-6098-F048-86A6-F0777F10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Mein Praktikumsbetrieb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268339-E0C4-E9EA-A558-15EC08F15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CAD Service B&amp;H Allershausen</a:t>
            </a:r>
          </a:p>
          <a:p>
            <a:r>
              <a:rPr lang="de-DE" dirty="0"/>
              <a:t>1 Standort</a:t>
            </a:r>
            <a:br>
              <a:rPr lang="de-DE" dirty="0"/>
            </a:br>
            <a:r>
              <a:rPr lang="de-DE" dirty="0"/>
              <a:t>Franz-Galitz-Straße 21, 85391 </a:t>
            </a:r>
            <a:br>
              <a:rPr lang="de-DE" dirty="0"/>
            </a:br>
            <a:r>
              <a:rPr lang="de-DE" dirty="0"/>
              <a:t>Allershausen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8EA6D3-EB41-D132-A1EB-B1F5E2B6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859686" cy="401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70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092D9-1E1D-79DA-3CA1-F26CDE8A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Betrieb</a:t>
            </a:r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E57D607C-0BAD-0DA6-B968-B1DA0800F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089826"/>
              </p:ext>
            </p:extLst>
          </p:nvPr>
        </p:nvGraphicFramePr>
        <p:xfrm>
          <a:off x="838200" y="1225550"/>
          <a:ext cx="10515600" cy="227065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201066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844465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456423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72404502"/>
                    </a:ext>
                  </a:extLst>
                </a:gridCol>
              </a:tblGrid>
              <a:tr h="441855">
                <a:tc>
                  <a:txBody>
                    <a:bodyPr/>
                    <a:lstStyle/>
                    <a:p>
                      <a:r>
                        <a:rPr lang="de-DE" dirty="0"/>
                        <a:t>SMD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LAYOUT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375679"/>
                  </a:ext>
                </a:extLst>
              </a:tr>
              <a:tr h="441855">
                <a:tc>
                  <a:txBody>
                    <a:bodyPr/>
                    <a:lstStyle/>
                    <a:p>
                      <a:r>
                        <a:rPr lang="de-DE" dirty="0"/>
                        <a:t>Surface Mounted 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Thru Hole </a:t>
                      </a:r>
                      <a:r>
                        <a:rPr lang="de-DE" dirty="0" err="1"/>
                        <a:t>Techology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Automatische Optische Inspektion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48617"/>
                  </a:ext>
                </a:extLst>
              </a:tr>
              <a:tr h="1149560">
                <a:tc>
                  <a:txBody>
                    <a:bodyPr/>
                    <a:lstStyle/>
                    <a:p>
                      <a:r>
                        <a:rPr lang="de-DE" dirty="0"/>
                        <a:t>Bauteile werden direkt auf die Platine gelötet.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Bauteile werden durch Löcher gesteckt und verlötet.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Optisches System prüft automatisch die Platine auf Fehler.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Platinenaufbau mit Bauteilen und Leiterbahnen wird festgelegt.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673696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C58384F1-D8FB-DF01-B758-50F3AA572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87670"/>
              </p:ext>
            </p:extLst>
          </p:nvPr>
        </p:nvGraphicFramePr>
        <p:xfrm>
          <a:off x="838200" y="3496205"/>
          <a:ext cx="10515600" cy="2966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915275">
                  <a:extLst>
                    <a:ext uri="{9D8B030D-6E8A-4147-A177-3AD203B41FA5}">
                      <a16:colId xmlns:a16="http://schemas.microsoft.com/office/drawing/2014/main" val="90498361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28049906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302715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Meine arbeiten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Schwierigkeit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Dauer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90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SMD Programmieren + kontrollieren und auf &amp; abrüsten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einfach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 WT.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36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THT Löten und mit </a:t>
                      </a:r>
                      <a:r>
                        <a:rPr lang="de-DE" dirty="0" err="1"/>
                        <a:t>Qwinz</a:t>
                      </a:r>
                      <a:r>
                        <a:rPr lang="de-DE" dirty="0"/>
                        <a:t> Easy kontrollieren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1WT.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9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AOI Kontrolle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1WT.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0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Lager (</a:t>
                      </a:r>
                      <a:r>
                        <a:rPr lang="de-DE" dirty="0" err="1"/>
                        <a:t>komissionierung</a:t>
                      </a:r>
                      <a:r>
                        <a:rPr lang="de-DE" dirty="0"/>
                        <a:t>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1WT.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923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Einfach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0,5WT.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51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Vertrieb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Einfach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0,5WT.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60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29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84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D6A06-3DC9-4282-84B9-FC54756B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085" y="0"/>
            <a:ext cx="3053915" cy="6858000"/>
          </a:xfrm>
        </p:spPr>
        <p:txBody>
          <a:bodyPr/>
          <a:lstStyle/>
          <a:p>
            <a:r>
              <a:rPr lang="de-DE" dirty="0"/>
              <a:t>Beispiel gelötete SMD</a:t>
            </a:r>
          </a:p>
        </p:txBody>
      </p:sp>
      <p:pic>
        <p:nvPicPr>
          <p:cNvPr id="1026" name="Picture 2" descr="Bestückung von Flachbaugruppen THT und SMD | MSE Elektronik">
            <a:extLst>
              <a:ext uri="{FF2B5EF4-FFF2-40B4-BE49-F238E27FC236}">
                <a16:creationId xmlns:a16="http://schemas.microsoft.com/office/drawing/2014/main" id="{BA7CA05D-008C-05B8-90DE-96EC084174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808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4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0DC4951-F972-2EB7-0256-19E6287C039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THT Beispiel gelötet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C4872CD-7AF1-BE4D-1275-F1912FC71904}"/>
              </a:ext>
            </a:extLst>
          </p:cNvPr>
          <p:cNvSpPr/>
          <p:nvPr/>
        </p:nvSpPr>
        <p:spPr>
          <a:xfrm rot="20281247">
            <a:off x="1388209" y="1355446"/>
            <a:ext cx="7276307" cy="478961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effectLst>
            <a:glow rad="101600">
              <a:srgbClr val="00B05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effectLst>
                <a:reflection blurRad="6350" stA="60000" endA="900" endPos="58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1096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ollständiges 3D Inline Messtechnik &amp; Bildgebung AOI">
            <a:extLst>
              <a:ext uri="{FF2B5EF4-FFF2-40B4-BE49-F238E27FC236}">
                <a16:creationId xmlns:a16="http://schemas.microsoft.com/office/drawing/2014/main" id="{6B8C28AD-AEA5-BCDD-0ACF-62160D0889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5761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Zukunftsorientiertes Konzept moderner Qualitätssicherung- AOI">
            <a:extLst>
              <a:ext uri="{FF2B5EF4-FFF2-40B4-BE49-F238E27FC236}">
                <a16:creationId xmlns:a16="http://schemas.microsoft.com/office/drawing/2014/main" id="{6F414669-52C3-6FFB-7BC3-03FC7226D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792" y="-1"/>
            <a:ext cx="6099208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2D1ABB3-FB01-09BE-974D-5134642590A2}"/>
              </a:ext>
            </a:extLst>
          </p:cNvPr>
          <p:cNvSpPr txBox="1"/>
          <p:nvPr/>
        </p:nvSpPr>
        <p:spPr>
          <a:xfrm>
            <a:off x="9312645" y="6488668"/>
            <a:ext cx="2879355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AOI Maschine und Ausgabe</a:t>
            </a:r>
          </a:p>
        </p:txBody>
      </p:sp>
    </p:spTree>
    <p:extLst>
      <p:ext uri="{BB962C8B-B14F-4D97-AF65-F5344CB8AC3E}">
        <p14:creationId xmlns:p14="http://schemas.microsoft.com/office/powerpoint/2010/main" val="271000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66A05-FCA2-E77E-2A3A-4A9F402C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Schaltplan Beispiel (</a:t>
            </a:r>
            <a:r>
              <a:rPr lang="de-DE" dirty="0" err="1"/>
              <a:t>Shematics</a:t>
            </a:r>
            <a:r>
              <a:rPr lang="de-DE" dirty="0"/>
              <a:t>)</a:t>
            </a:r>
          </a:p>
        </p:txBody>
      </p:sp>
      <p:pic>
        <p:nvPicPr>
          <p:cNvPr id="4098" name="Picture 2" descr="Software für Elektronikingenieure | Autodeks Fusion | Autodesk">
            <a:extLst>
              <a:ext uri="{FF2B5EF4-FFF2-40B4-BE49-F238E27FC236}">
                <a16:creationId xmlns:a16="http://schemas.microsoft.com/office/drawing/2014/main" id="{478FF29E-C4D2-83BC-D6C3-A54D114C03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1318995"/>
            <a:ext cx="9610725" cy="541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28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65D6A8-83B6-0D4B-DA26-834D522C3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109686-8D1A-C503-8ACE-C8FCD35F1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Es hat mir neue Wege gezeigt und es hat mir gefallen.</a:t>
            </a:r>
            <a:br>
              <a:rPr lang="de-DE" dirty="0"/>
            </a:br>
            <a:br>
              <a:rPr lang="de-DE" dirty="0"/>
            </a:br>
            <a:r>
              <a:rPr lang="de-DE" dirty="0"/>
              <a:t>DANKE CAD Service Für das </a:t>
            </a:r>
            <a:r>
              <a:rPr lang="de-DE" dirty="0" err="1"/>
              <a:t>Pratikum</a:t>
            </a:r>
            <a:r>
              <a:rPr lang="de-DE" dirty="0"/>
              <a:t> bei euch</a:t>
            </a:r>
            <a:br>
              <a:rPr lang="de-DE" dirty="0"/>
            </a:br>
            <a:br>
              <a:rPr lang="de-DE" dirty="0"/>
            </a:br>
            <a:r>
              <a:rPr lang="de-DE" dirty="0"/>
              <a:t>Franek</a:t>
            </a:r>
          </a:p>
        </p:txBody>
      </p:sp>
    </p:spTree>
    <p:extLst>
      <p:ext uri="{BB962C8B-B14F-4D97-AF65-F5344CB8AC3E}">
        <p14:creationId xmlns:p14="http://schemas.microsoft.com/office/powerpoint/2010/main" val="3667397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160</Words>
  <Application>Microsoft Office PowerPoint</Application>
  <PresentationFormat>Breitbild</PresentationFormat>
  <Paragraphs>45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Century Gothic</vt:lpstr>
      <vt:lpstr>Wingdings 3</vt:lpstr>
      <vt:lpstr>Ion</vt:lpstr>
      <vt:lpstr>Mein Praktikum</vt:lpstr>
      <vt:lpstr>Mein Praktikumsbetrieb</vt:lpstr>
      <vt:lpstr>Betrieb</vt:lpstr>
      <vt:lpstr>Beispiel gelötete SMD</vt:lpstr>
      <vt:lpstr>PowerPoint-Präsentation</vt:lpstr>
      <vt:lpstr>PowerPoint-Präsentation</vt:lpstr>
      <vt:lpstr>Schaltplan Beispiel (Shematics)</vt:lpstr>
      <vt:lpstr>Zusammenfassung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Franciszek Porombka</dc:creator>
  <cp:lastModifiedBy>Franciszek Porombka</cp:lastModifiedBy>
  <cp:revision>11</cp:revision>
  <dcterms:created xsi:type="dcterms:W3CDTF">2025-11-24T08:52:13Z</dcterms:created>
  <dcterms:modified xsi:type="dcterms:W3CDTF">2025-12-01T08:52:01Z</dcterms:modified>
</cp:coreProperties>
</file>